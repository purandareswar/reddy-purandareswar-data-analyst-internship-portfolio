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C00000"/>
                </a:solidFill>
              </a:rPr>
              <a:t>Sales Data Analysis &amp;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53343"/>
            <a:ext cx="8229600" cy="3872820"/>
          </a:xfrm>
        </p:spPr>
        <p:txBody>
          <a:bodyPr/>
          <a:lstStyle/>
          <a:p>
            <a:pPr algn="ctr"/>
            <a:endParaRPr lang="en-IN" b="1" i="1" dirty="0"/>
          </a:p>
          <a:p>
            <a:pPr marL="0" indent="0" algn="ctr">
              <a:buNone/>
            </a:pPr>
            <a:r>
              <a:rPr b="1" i="1" dirty="0"/>
              <a:t>Apex Planet Internship - Task 4</a:t>
            </a:r>
            <a:endParaRPr lang="en-IN" b="1" i="1" dirty="0"/>
          </a:p>
          <a:p>
            <a:pPr algn="ctr"/>
            <a:endParaRPr b="1" i="1" dirty="0"/>
          </a:p>
          <a:p>
            <a:pPr algn="ctr"/>
            <a:r>
              <a:rPr b="1" i="1" dirty="0"/>
              <a:t>By: T</a:t>
            </a:r>
            <a:r>
              <a:rPr lang="en-IN" b="1" i="1" dirty="0"/>
              <a:t>. Reddy Purandareswar</a:t>
            </a:r>
            <a:endParaRPr b="1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IN" i="1" dirty="0"/>
          </a:p>
          <a:p>
            <a:pPr algn="just"/>
            <a:r>
              <a:rPr i="1" dirty="0"/>
              <a:t>To analyze sales data across regions and identify key business insights to improve performance and decision-making.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IN" i="1" dirty="0"/>
          </a:p>
          <a:p>
            <a:pPr algn="just"/>
            <a:r>
              <a:rPr i="1" dirty="0"/>
              <a:t>Sales dataset </a:t>
            </a:r>
            <a:endParaRPr lang="en-IN" i="1" dirty="0"/>
          </a:p>
          <a:p>
            <a:pPr algn="just"/>
            <a:r>
              <a:rPr lang="en-IN" i="1" dirty="0"/>
              <a:t>I</a:t>
            </a:r>
            <a:r>
              <a:rPr i="1" dirty="0"/>
              <a:t>nclud</a:t>
            </a:r>
            <a:r>
              <a:rPr lang="en-IN" i="1" dirty="0"/>
              <a:t>es</a:t>
            </a:r>
            <a:r>
              <a:rPr i="1" dirty="0"/>
              <a:t> Region, Category, Sales, and Profit.</a:t>
            </a:r>
          </a:p>
          <a:p>
            <a:pPr algn="just"/>
            <a:r>
              <a:rPr i="1" dirty="0"/>
              <a:t>Visualized using Power BI.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Sales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r>
              <a:rPr i="1" dirty="0"/>
              <a:t>East region shows the highest sales.</a:t>
            </a:r>
          </a:p>
          <a:p>
            <a:r>
              <a:rPr i="1" dirty="0"/>
              <a:t>South region as the lowest performance.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i="1" dirty="0"/>
          </a:p>
          <a:p>
            <a:r>
              <a:rPr i="1" dirty="0"/>
              <a:t> </a:t>
            </a:r>
            <a:r>
              <a:rPr lang="en-US" dirty="0"/>
              <a:t>East region is the top-performing region.</a:t>
            </a:r>
            <a:endParaRPr i="1" dirty="0"/>
          </a:p>
          <a:p>
            <a:r>
              <a:rPr i="1" dirty="0"/>
              <a:t> </a:t>
            </a:r>
            <a:r>
              <a:rPr lang="en-US" dirty="0"/>
              <a:t>South region has lower sales performance.</a:t>
            </a:r>
          </a:p>
          <a:p>
            <a:r>
              <a:rPr lang="en-IN" i="1" dirty="0"/>
              <a:t> </a:t>
            </a:r>
            <a:r>
              <a:rPr lang="en-US" dirty="0"/>
              <a:t>Central region shows negative profit.</a:t>
            </a:r>
            <a:endParaRPr i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D8A90-E8FE-57D1-E0D5-0923824D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56588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i="1" dirty="0"/>
          </a:p>
          <a:p>
            <a:endParaRPr lang="en-IN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i="1" dirty="0"/>
              <a:t>H0: No difference in sales between East and South</a:t>
            </a:r>
          </a:p>
          <a:p>
            <a:r>
              <a:rPr i="1" dirty="0"/>
              <a:t>H1: Significant difference exists</a:t>
            </a:r>
            <a:endParaRPr lang="en-IN" i="1" dirty="0"/>
          </a:p>
          <a:p>
            <a:r>
              <a:rPr lang="en-IN" i="1" dirty="0"/>
              <a:t>Test Used: T-Test</a:t>
            </a:r>
            <a:endParaRPr i="1" dirty="0"/>
          </a:p>
          <a:p>
            <a:r>
              <a:rPr i="1" dirty="0"/>
              <a:t>Result: p-value &lt; 0.05</a:t>
            </a:r>
            <a:endParaRPr lang="en-IN" i="1" dirty="0"/>
          </a:p>
          <a:p>
            <a:endParaRPr i="1" dirty="0"/>
          </a:p>
          <a:p>
            <a:r>
              <a:rPr i="1" u="sng" dirty="0">
                <a:solidFill>
                  <a:schemeClr val="tx2"/>
                </a:solidFill>
              </a:rPr>
              <a:t>Conclusion</a:t>
            </a:r>
            <a:r>
              <a:rPr i="1" dirty="0"/>
              <a:t>:</a:t>
            </a:r>
            <a:r>
              <a:rPr lang="en-IN" i="1" dirty="0"/>
              <a:t> </a:t>
            </a:r>
          </a:p>
          <a:p>
            <a:r>
              <a:rPr lang="en-US" i="1" dirty="0"/>
              <a:t>There is a statistically significant difference in sales.</a:t>
            </a:r>
          </a:p>
          <a:p>
            <a:r>
              <a:rPr lang="en-US" i="1" dirty="0"/>
              <a:t>East region outperforms South region.</a:t>
            </a:r>
            <a:endParaRPr lang="en-IN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i="1" dirty="0"/>
          </a:p>
          <a:p>
            <a:r>
              <a:rPr lang="en-US" i="1" dirty="0"/>
              <a:t>- Focus on improving sales in South region</a:t>
            </a:r>
          </a:p>
          <a:p>
            <a:r>
              <a:rPr lang="en-US" i="1" dirty="0"/>
              <a:t>- Maintain strong performance in East</a:t>
            </a:r>
          </a:p>
          <a:p>
            <a:r>
              <a:rPr lang="en-US" i="1" dirty="0"/>
              <a:t>- Improve profit strategy in Central region</a:t>
            </a:r>
            <a:endParaRPr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i="1" dirty="0"/>
          </a:p>
          <a:p>
            <a:r>
              <a:rPr i="1" dirty="0"/>
              <a:t>Data-driven insights help improve business performance and support better decision-making.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179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Sales Data Analysis &amp; Business Insights</vt:lpstr>
      <vt:lpstr>Objective</vt:lpstr>
      <vt:lpstr>Dataset Overview</vt:lpstr>
      <vt:lpstr>Sales by Region</vt:lpstr>
      <vt:lpstr>Key Insights</vt:lpstr>
      <vt:lpstr>Dashboard Overview</vt:lpstr>
      <vt:lpstr>Hypothesis Testing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23AK1A 3365</cp:lastModifiedBy>
  <cp:revision>3</cp:revision>
  <dcterms:created xsi:type="dcterms:W3CDTF">2013-01-27T09:14:16Z</dcterms:created>
  <dcterms:modified xsi:type="dcterms:W3CDTF">2026-04-25T16:49:17Z</dcterms:modified>
  <cp:category/>
</cp:coreProperties>
</file>